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4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87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886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4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31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8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5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211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107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83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4630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04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036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16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42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981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72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Payroll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Advanced Programming (OOP) Lab</a:t>
            </a:r>
          </a:p>
          <a:p>
            <a:r>
              <a:rPr sz="2800" dirty="0"/>
              <a:t>Term-II Project</a:t>
            </a:r>
          </a:p>
          <a:p>
            <a:r>
              <a:rPr sz="2800" dirty="0"/>
              <a:t>Name: Dipayan</a:t>
            </a:r>
            <a:r>
              <a:rPr lang="en-IN" sz="2800" dirty="0"/>
              <a:t> Chatterjee</a:t>
            </a:r>
            <a:endParaRPr sz="2800" dirty="0"/>
          </a:p>
          <a:p>
            <a:r>
              <a:rPr sz="2800" dirty="0"/>
              <a:t>Course: OOP</a:t>
            </a:r>
            <a:endParaRPr lang="en-IN" sz="2800" dirty="0"/>
          </a:p>
          <a:p>
            <a:r>
              <a:rPr lang="en-IN" sz="2800" dirty="0" err="1"/>
              <a:t>Enrollment</a:t>
            </a:r>
            <a:r>
              <a:rPr lang="en-IN" sz="2800" dirty="0"/>
              <a:t> number- 12024052019024</a:t>
            </a:r>
          </a:p>
          <a:p>
            <a:r>
              <a:rPr lang="en-IN" sz="2800" dirty="0"/>
              <a:t>Roll no - 30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Many small organizations face difficulties in managing payroll manually, leading to errors in salary calculation, tax deductions, and record maintenance. This system aims to provide a structured and object-oriented solution to manage employee payroll efficiently. It models employees with different salary structures and automates salary computation using modular and reusable components, ensuring accuracy and maintainability.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592" y="1718139"/>
            <a:ext cx="6347714" cy="3880773"/>
          </a:xfrm>
        </p:spPr>
        <p:txBody>
          <a:bodyPr/>
          <a:lstStyle/>
          <a:p>
            <a:r>
              <a:rPr dirty="0"/>
              <a:t>• </a:t>
            </a:r>
            <a:r>
              <a:rPr sz="2400" dirty="0"/>
              <a:t>Automate payroll calculation</a:t>
            </a:r>
          </a:p>
          <a:p>
            <a:r>
              <a:rPr sz="2400" dirty="0"/>
              <a:t>• Reduce errors</a:t>
            </a:r>
          </a:p>
          <a:p>
            <a:r>
              <a:rPr sz="2400" dirty="0"/>
              <a:t>• Demonstrate OOP concepts</a:t>
            </a:r>
          </a:p>
          <a:p>
            <a:r>
              <a:rPr sz="2400" dirty="0"/>
              <a:t>• Build modular and scalable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Add employee (Full-time / Part-time) </a:t>
            </a:r>
          </a:p>
          <a:p>
            <a:r>
              <a:rPr lang="en-US" sz="2400" dirty="0"/>
              <a:t>Remove employee </a:t>
            </a:r>
          </a:p>
          <a:p>
            <a:r>
              <a:rPr lang="en-US" sz="2400" dirty="0"/>
              <a:t>Display employee details </a:t>
            </a:r>
          </a:p>
          <a:p>
            <a:r>
              <a:rPr lang="en-US" sz="2400" dirty="0"/>
              <a:t>Calculate salary dynamically </a:t>
            </a:r>
          </a:p>
          <a:p>
            <a:r>
              <a:rPr lang="en-US" sz="2400" dirty="0"/>
              <a:t>Compute total payroll </a:t>
            </a:r>
          </a:p>
          <a:p>
            <a:r>
              <a:rPr lang="en-US" sz="2400" dirty="0"/>
              <a:t>Input validation and exception handling </a:t>
            </a:r>
          </a:p>
          <a:p>
            <a:r>
              <a:rPr lang="en-US" sz="2400" dirty="0"/>
              <a:t>Menu-driven interface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🔹 Abstraction</a:t>
            </a:r>
          </a:p>
          <a:p>
            <a:r>
              <a:rPr lang="en-US" dirty="0"/>
              <a:t>An abstract class Employee defines common attributes and behavior.</a:t>
            </a:r>
          </a:p>
          <a:p>
            <a:r>
              <a:rPr lang="en-US" b="1" dirty="0"/>
              <a:t>🔹 Inheritance</a:t>
            </a:r>
          </a:p>
          <a:p>
            <a:r>
              <a:rPr lang="en-US" dirty="0" err="1"/>
              <a:t>FullTimeEmployee</a:t>
            </a:r>
            <a:r>
              <a:rPr lang="en-US" dirty="0"/>
              <a:t> and </a:t>
            </a:r>
            <a:r>
              <a:rPr lang="en-US" dirty="0" err="1"/>
              <a:t>PartTimeEmployee</a:t>
            </a:r>
            <a:r>
              <a:rPr lang="en-US" dirty="0"/>
              <a:t> extend the Employee class.</a:t>
            </a:r>
          </a:p>
          <a:p>
            <a:r>
              <a:rPr lang="en-US" b="1" dirty="0"/>
              <a:t>🔹 Polymorphism</a:t>
            </a:r>
          </a:p>
          <a:p>
            <a:r>
              <a:rPr lang="en-US" dirty="0"/>
              <a:t>The </a:t>
            </a:r>
            <a:r>
              <a:rPr lang="en-US" dirty="0" err="1"/>
              <a:t>calculateSalary</a:t>
            </a:r>
            <a:r>
              <a:rPr lang="en-US" dirty="0"/>
              <a:t>() method is overridden in each subclass, allowing different salary logic.</a:t>
            </a:r>
          </a:p>
          <a:p>
            <a:r>
              <a:rPr lang="en-US" b="1" dirty="0"/>
              <a:t>🔹 Encapsulation</a:t>
            </a:r>
          </a:p>
          <a:p>
            <a:r>
              <a:rPr lang="en-US" dirty="0"/>
              <a:t>Private data members are accessed using getters and setters with validation.</a:t>
            </a:r>
          </a:p>
          <a:p>
            <a:r>
              <a:rPr lang="en-US" b="1" dirty="0"/>
              <a:t>🔹 Exception Handling</a:t>
            </a:r>
          </a:p>
          <a:p>
            <a:r>
              <a:rPr lang="en-US" dirty="0"/>
              <a:t>Invalid inputs such as negative salary or hours are handled using exceptions.</a:t>
            </a:r>
          </a:p>
          <a:p>
            <a:r>
              <a:rPr lang="en-US" b="1" dirty="0"/>
              <a:t>🔹 Collections</a:t>
            </a:r>
          </a:p>
          <a:p>
            <a:r>
              <a:rPr lang="en-US" dirty="0" err="1"/>
              <a:t>ArrayList</a:t>
            </a:r>
            <a:r>
              <a:rPr lang="en-US" dirty="0"/>
              <a:t>&lt;Employee&gt; is used to store and manage employee objects dynamically.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follows a layered object-oriented architecture:</a:t>
            </a:r>
          </a:p>
          <a:p>
            <a:r>
              <a:rPr lang="en-US" b="1" dirty="0"/>
              <a:t>Employee (Abstract Class)</a:t>
            </a:r>
            <a:br>
              <a:rPr lang="en-US" dirty="0"/>
            </a:br>
            <a:r>
              <a:rPr lang="en-US" dirty="0"/>
              <a:t>Defines common attributes like ID, name, and salary. </a:t>
            </a:r>
          </a:p>
          <a:p>
            <a:r>
              <a:rPr lang="en-US" b="1" dirty="0" err="1"/>
              <a:t>FullTimeEmployee</a:t>
            </a:r>
            <a:r>
              <a:rPr lang="en-US" b="1" dirty="0"/>
              <a:t> / </a:t>
            </a:r>
            <a:r>
              <a:rPr lang="en-US" b="1" dirty="0" err="1"/>
              <a:t>PartTimeEmployee</a:t>
            </a:r>
            <a:br>
              <a:rPr lang="en-US" dirty="0"/>
            </a:br>
            <a:r>
              <a:rPr lang="en-US" dirty="0"/>
              <a:t>Implement specific salary calculation logic. </a:t>
            </a:r>
          </a:p>
          <a:p>
            <a:r>
              <a:rPr lang="en-US" b="1" dirty="0" err="1"/>
              <a:t>PayrollManager</a:t>
            </a:r>
            <a:br>
              <a:rPr lang="en-US" dirty="0"/>
            </a:br>
            <a:r>
              <a:rPr lang="en-US" dirty="0"/>
              <a:t>Handles employee storage, addition, removal, and payroll calculations. </a:t>
            </a:r>
          </a:p>
          <a:p>
            <a:r>
              <a:rPr lang="en-US" b="1" dirty="0"/>
              <a:t>Main Class</a:t>
            </a:r>
            <a:br>
              <a:rPr lang="en-US" dirty="0"/>
            </a:br>
            <a:r>
              <a:rPr lang="en-US" dirty="0"/>
              <a:t>Provides a menu-driven interface for user interaction.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D63FB6-6BE4-956E-35B6-1C66DEC8F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" y="1488281"/>
            <a:ext cx="4544510" cy="47601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sz="2400" dirty="0"/>
              <a:t>Modular design</a:t>
            </a:r>
          </a:p>
          <a:p>
            <a:r>
              <a:rPr sz="2400" dirty="0"/>
              <a:t>• Easy to extend</a:t>
            </a:r>
          </a:p>
          <a:p>
            <a:r>
              <a:rPr sz="2400" dirty="0"/>
              <a:t>• Demonstrates strong OOP concepts</a:t>
            </a:r>
          </a:p>
          <a:p>
            <a:r>
              <a:rPr sz="2400" dirty="0"/>
              <a:t>• Efficient payroll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</TotalTime>
  <Words>305</Words>
  <Application>Microsoft Office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Payroll Management System</vt:lpstr>
      <vt:lpstr>Problem Statement</vt:lpstr>
      <vt:lpstr>Objective</vt:lpstr>
      <vt:lpstr>Core Features</vt:lpstr>
      <vt:lpstr>OOP Concepts Used</vt:lpstr>
      <vt:lpstr>System Architecture</vt:lpstr>
      <vt:lpstr>UML Diagram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Dipayan Chatterjee</cp:lastModifiedBy>
  <cp:revision>2</cp:revision>
  <dcterms:created xsi:type="dcterms:W3CDTF">2013-01-27T09:14:16Z</dcterms:created>
  <dcterms:modified xsi:type="dcterms:W3CDTF">2026-03-29T15:21:40Z</dcterms:modified>
  <cp:category/>
</cp:coreProperties>
</file>